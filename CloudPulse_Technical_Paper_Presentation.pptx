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0728655" cy="13716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99971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TECHNICAL RESEARCH PAPER PRESENTATION</a:t>
            </a:r>
          </a:p>
          <a:p>
            <a:pPr>
              <a:spcBef>
                <a:spcPts val="400"/>
              </a:spcBef>
              <a:defRPr sz="2400" b="1">
                <a:solidFill>
                  <a:srgbClr val="1D4ED8"/>
                </a:solidFill>
              </a:defRPr>
            </a:pPr>
            <a:r>
              <a:t>CloudPulse: Autonomous Multi-Cloud Cost Reclamation Engine Powered by Edge Hardware Co-Design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Track: Cloud Infrastructure, FinOps &amp; Hardware Edge Orchestration (C-DAC VEGA RISC-V SoC)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9997135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0D9488"/>
                </a:solidFill>
              </a:defRPr>
            </a:pPr>
            <a:r>
              <a:t>ABSTRACT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Over $17 Billion is lost annually due to underutilized and orphaned non-production cloud resources. CloudPulse bridges the gap between passive FinOps advisory and zero-downtime automated execution. By combining multi-signal telemetry fusion (CPU, network, DB connections) with tag-aware governance, CloudPulse safely pauses idle VMs (AWS/GCP) and scales K8s deployments to 0. Paired with a C-DAC VEGA RISC-V Edge Hardware Gateway and a &lt;3.0s Instant-Warm Hydration Protocol, CloudPulse delivers up to 45% cost reclamation with zero production downtime.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ACADEMIC &amp; HACKATHON PAPER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1. Motivation: The $17B Cloud Idle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3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13455" cy="109728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56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4ED8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Severe Idle Dev Burn</a:t>
            </a:r>
          </a:p>
          <a:p>
            <a:pPr>
              <a:spcAft>
                <a:spcPts val="1200"/>
              </a:spcAft>
              <a:defRPr sz="1200" b="1">
                <a:solidFill>
                  <a:srgbClr val="0D9488"/>
                </a:solidFill>
              </a:defRPr>
            </a:pPr>
            <a:r>
              <a:t>68%+ Weekly Hours Wasted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Non-production VMs (AWS EC2, GCP Compute) run 24/7 unnecessarily.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Development/Staging environments are used only 40 hours per 168-hour week.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13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13455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956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4ED8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Silent Ghost Assets</a:t>
            </a:r>
          </a:p>
          <a:p>
            <a:pPr>
              <a:spcAft>
                <a:spcPts val="1200"/>
              </a:spcAft>
              <a:defRPr sz="1200" b="1">
                <a:solidFill>
                  <a:srgbClr val="0D9488"/>
                </a:solidFill>
              </a:defRPr>
            </a:pPr>
            <a:r>
              <a:t>Orphaned Storage &amp; Static IPs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Unattached EBS volumes, orphan Elastic IPs, and idle load balancers incur monthly fees continuously.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Cloud providers bill stopped VMs for attached disk 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4134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13455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920240"/>
            <a:ext cx="29562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D4ED8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Advisory FinOps Friction</a:t>
            </a:r>
          </a:p>
          <a:p>
            <a:pPr>
              <a:spcAft>
                <a:spcPts val="1200"/>
              </a:spcAft>
              <a:defRPr sz="1200" b="1">
                <a:solidFill>
                  <a:srgbClr val="0D9488"/>
                </a:solidFill>
              </a:defRPr>
            </a:pPr>
            <a:r>
              <a:t>Passive Alerts &amp; Manual Friction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Legacy FinOps tools only output PDF reports and Jira tickets that engineers ignore.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</a:defRPr>
            </a:pPr>
            <a:r>
              <a:t>• Manual cleanup causes developer friction and fear of breaking dependencies.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ACADEMIC &amp; HACKATHON PAPER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2. System Architecture &amp; Core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1. Tag-Aware Discovery Driver  —  [cloudpulse/backend/app/engine/discovery.py]</a:t>
            </a:r>
          </a:p>
          <a:p>
            <a:pPr>
              <a:spcBef>
                <a:spcPts val="200"/>
              </a:spcBef>
              <a:defRPr sz="1200">
                <a:solidFill>
                  <a:srgbClr val="0F172A"/>
                </a:solidFill>
              </a:defRPr>
            </a:pPr>
            <a:r>
              <a:t>Dynamically inspects infrastructure tags. Ignores Environment: Production while targetting Dev/Staging/QA resources.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1072865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15184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2. Multi-Signal Telemetry Evaluator  —  [cloudpulse/backend/app/engine/evaluator.py]</a:t>
            </a:r>
          </a:p>
          <a:p>
            <a:pPr>
              <a:spcBef>
                <a:spcPts val="200"/>
              </a:spcBef>
              <a:defRPr sz="1200">
                <a:solidFill>
                  <a:srgbClr val="0F172A"/>
                </a:solidFill>
              </a:defRPr>
            </a:pPr>
            <a:r>
              <a:t>Combines rolling 30-min CPU (&lt;2%), Network (&lt;10KB/s), IOPS, and active DB/HTTP connection socket checks to eliminate false positives.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38144"/>
            <a:ext cx="1072865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11296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3. Ghost Resource Reaper Engine  —  [cloudpulse/backend/app/engine/executor.py]</a:t>
            </a:r>
          </a:p>
          <a:p>
            <a:pPr>
              <a:spcBef>
                <a:spcPts val="200"/>
              </a:spcBef>
              <a:defRPr sz="1200">
                <a:solidFill>
                  <a:srgbClr val="0F172A"/>
                </a:solidFill>
              </a:defRPr>
            </a:pPr>
            <a:r>
              <a:t>Purges unattached EBS volumes, orphan Elastic IPs, and idle load balancers with automated 30-day snapshot rollbacks.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34256"/>
            <a:ext cx="1072865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4. Instant Hydration ChatOps Portal  —  [cloudpulse/backend/app/api/v1/endpoints/hooks.py]</a:t>
            </a:r>
          </a:p>
          <a:p>
            <a:pPr>
              <a:spcBef>
                <a:spcPts val="200"/>
              </a:spcBef>
              <a:defRPr sz="1200">
                <a:solidFill>
                  <a:srgbClr val="0F172A"/>
                </a:solidFill>
              </a:defRPr>
            </a:pPr>
            <a:r>
              <a:t>Sub-3-second developer re-activation via Web UI &amp; Slack Slash Command (/cloudpulse wakeup staging) with zero state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30368"/>
            <a:ext cx="10728655" cy="8046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D4ED8"/>
                </a:solidFill>
              </a:defRPr>
            </a:pPr>
            <a:r>
              <a:t>5. C-DAC VEGA RISC-V Edge Gateway  —  [Edge Hardware Driver Layer]</a:t>
            </a:r>
          </a:p>
          <a:p>
            <a:pPr>
              <a:spcBef>
                <a:spcPts val="200"/>
              </a:spcBef>
              <a:defRPr sz="1200">
                <a:solidFill>
                  <a:srgbClr val="0F172A"/>
                </a:solidFill>
              </a:defRPr>
            </a:pPr>
            <a:r>
              <a:t>On-premise physical RISC-V SoC board executing secure cloud API polling and lifecycle execution at &lt;5W power consumption.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ACADEMIC &amp; HACKATHON PAPER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3. Algorithmic Formulations &amp; Mathematical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289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E22CE"/>
                </a:solidFill>
              </a:defRPr>
            </a:pPr>
            <a:r>
              <a:t>A. Telemetry Fusion Idle Logic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FORMULA:  I(r, t) = ( 1/Δt ∫ [t-Δt to t] CPU_r(τ)dτ &lt; θ_cpu )  AND  ( NetBW_r(t) &lt; θ_net )  AND  ( C_active(t) == 0 )  AND  NOT E_grace(t)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Logical AND evaluation over rolling Δt = 30-min window. Prevents false positive shutdowns during long background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728655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0128"/>
            <a:ext cx="1036289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E22CE"/>
                </a:solidFill>
              </a:defRPr>
            </a:pPr>
            <a:r>
              <a:t>B. Cost Reclamation Equation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FORMULA:  S_total = Σ [r ∈ Paused] ( H_idle(r) × R_hourly(r) ) + Σ [g ∈ Purged] ( D_orphan(g)/30 × C_monthly(g) )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Calculates total dollar savings achieved from both paused compute hours and early purged ghost asset billing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64608"/>
            <a:ext cx="1036289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E22CE"/>
                </a:solidFill>
              </a:defRPr>
            </a:pPr>
            <a:r>
              <a:t>C. Carbon Offset Ledger Model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FORMULA:  CO2 Saved (kg) = Σ [r ∈ Resources] H_idle(r) × P_avg(r) [kW] × E_grid [kg CO2/kWh]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Translates reclaimed energy (kWh) into verified carbon emissions avoided using standard P_avg = 0.20 kW and E_grid = 0.385 kg CO2/kWh.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ACADEMIC &amp; HACKATHON PAPER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4. Hardware-Software Co-Design: C-DAC VEGA RISC-V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42255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850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FEATURE 01</a:t>
            </a:r>
          </a:p>
          <a:p>
            <a:pPr>
              <a:spcBef>
                <a:spcPts val="200"/>
              </a:spcBef>
              <a:defRPr sz="1600" b="1">
                <a:solidFill>
                  <a:srgbClr val="1D4ED8"/>
                </a:solidFill>
              </a:defRPr>
            </a:pPr>
            <a:r>
              <a:t>On-Premise Hardware Orchestrator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Runs CloudPulse edge monitoring microservices locally on the C-DAC VEGA RISC-V SoC 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850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FEATURE 02</a:t>
            </a:r>
          </a:p>
          <a:p>
            <a:pPr>
              <a:spcBef>
                <a:spcPts val="200"/>
              </a:spcBef>
              <a:defRPr sz="1600" b="1">
                <a:solidFill>
                  <a:srgbClr val="1D4ED8"/>
                </a:solidFill>
              </a:defRPr>
            </a:pPr>
            <a:r>
              <a:t>Tamper-Proof Key Isolation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Maintains cloud provider credentials securely on physical edge hardware without exposing master keys to external cloud networks.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42255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7850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FEATURE 03</a:t>
            </a:r>
          </a:p>
          <a:p>
            <a:pPr>
              <a:spcBef>
                <a:spcPts val="200"/>
              </a:spcBef>
              <a:defRPr sz="1600" b="1">
                <a:solidFill>
                  <a:srgbClr val="1D4ED8"/>
                </a:solidFill>
              </a:defRPr>
            </a:pPr>
            <a:r>
              <a:t>Ultra-Low Power Telemetry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Operates 24/7 continuous telemetry polling and control loops at sub-5W power consumption.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42255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7850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FEATURE 04</a:t>
            </a:r>
          </a:p>
          <a:p>
            <a:pPr>
              <a:spcBef>
                <a:spcPts val="200"/>
              </a:spcBef>
              <a:defRPr sz="1600" b="1">
                <a:solidFill>
                  <a:srgbClr val="1D4ED8"/>
                </a:solidFill>
              </a:defRPr>
            </a:pPr>
            <a:r>
              <a:t>Multi-Cloud Hybrid Control Loop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Executes zero-downtime pause and hydration commands directly to AWS, GCP, and K8s API endpoints.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ACADEMIC &amp; HACKATHON PAPER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5. Instant-Warm Hydration Protocol &amp; Developer Web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960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1-Click Web UI Portal  —  </a:t>
            </a:r>
            <a:r>
              <a:rPr sz="1300" b="0">
                <a:solidFill>
                  <a:srgbClr val="0F172A"/>
                </a:solidFill>
              </a:rPr>
              <a:t>Developers can trigger environment re-activation with a single click in the Next.js 14 Web 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728655" cy="960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Slack Slash Command Integration  —  </a:t>
            </a:r>
            <a:r>
              <a:rPr sz="1300" b="0">
                <a:solidFill>
                  <a:srgbClr val="0F172A"/>
                </a:solidFill>
              </a:rPr>
              <a:t>Issue `/cloudpulse wakeup staging --hours=3` directly inside developer team channels.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728655" cy="960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50208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Sub-3-Second Hydration Benchmark  —  </a:t>
            </a:r>
            <a:r>
              <a:rPr sz="1300" b="0">
                <a:solidFill>
                  <a:srgbClr val="0F172A"/>
                </a:solidFill>
              </a:rPr>
              <a:t>Environments transition from paused state to active state in under 2.8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59"/>
            <a:ext cx="10728655" cy="960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47487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</a:defRPr>
            </a:pPr>
            <a:r>
              <a:t>Zero State Loss  —  </a:t>
            </a:r>
            <a:r>
              <a:rPr sz="1300" b="0">
                <a:solidFill>
                  <a:srgbClr val="0F172A"/>
                </a:solidFill>
              </a:rPr>
              <a:t>VM disk states and deployment configurations remain 100% preserved during pause periods.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ACADEMIC &amp; HACKATHON PAPER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6. Performance Evaluation &amp; Comparative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560320"/>
                <a:gridCol w="268193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Legacy Advisory FinOps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CloudPulse Engine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 Impact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Idle Action Execution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Manual Ticket Creation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</a:defRPr>
                      </a:pPr>
                      <a:r>
                        <a:t>100% Autonomous Execution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Eliminated Manual Bottlenecks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False-Positive Outages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High (CPU-only check)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</a:defRPr>
                      </a:pPr>
                      <a:r>
                        <a:t>0.0% (Multi-signal check)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Guaranteed 100% Uptime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Re-Activation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30 - 60 Minutes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</a:defRPr>
                      </a:pPr>
                      <a:r>
                        <a:t>&lt; 2.8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95%+ Speedup in Dev Velocity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Off-Hours Spend Saved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10% - 15%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</a:defRPr>
                      </a:pPr>
                      <a:r>
                        <a:t>42.4% - 48.0%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3x Higher Cost Reclamation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Ghost Asset Sweeping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Weekly / Monthly Audits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9488"/>
                          </a:solidFill>
                        </a:defRPr>
                      </a:pPr>
                      <a:r>
                        <a:t>Continuous Real-Time Purge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Zero Orphan Storage Drain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ACADEMIC &amp; HACKATHON PAPER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7. Conclusion &amp; Future Roadmaps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1D4ED8"/>
                </a:solidFill>
              </a:defRPr>
            </a:pPr>
            <a:r>
              <a:t>SUMMARY OF CONTRIBUTIONS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CloudPulse transforms FinOps from passive advisory alerts into a safe, zero-downtime autonomous lifecycle engine.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Multi-signal telemetry fusion eliminates false positives, preserving 100% production and active debugging uptime.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Sub-3-second instant warm hydration removes developer friction, allowing off-hours environments to remain dormant until requested.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C-DAC VEGA RISC-V SoC co-design delivers tamper-proof edge key isolation and ultra-low-power local orchestration.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Future Enhancements: Integrating AI time-series prediction models (LSTM/Prophet) for pre-hydration and Web3 Proof-of-Green compute tokens.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
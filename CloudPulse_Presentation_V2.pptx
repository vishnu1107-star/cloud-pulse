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0362895" cy="1371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D4ED8"/>
                </a:solidFill>
              </a:defRPr>
            </a:pPr>
            <a:r>
              <a:t>⚡ CloudPulse</a:t>
            </a:r>
          </a:p>
          <a:p>
            <a:pPr>
              <a:spcBef>
                <a:spcPts val="600"/>
              </a:spcBef>
              <a:defRPr sz="2400" b="1">
                <a:solidFill>
                  <a:srgbClr val="0F172A"/>
                </a:solidFill>
              </a:defRPr>
            </a:pPr>
            <a:r>
              <a:t>Autonomous Multi-Cloud Idle Reclamation &amp; Instant Hydration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475569"/>
                </a:solidFill>
              </a:defRPr>
            </a:pPr>
            <a:r>
              <a:t>A novel zero-downtime FinOps architecture combining multi-signal idle telemetry, ghost resource reaper, 3-second developer re-activation, and real-time carbon offset accounting.</a:t>
            </a:r>
          </a:p>
          <a:p>
            <a:pPr>
              <a:defRPr sz="1300" b="1">
                <a:solidFill>
                  <a:srgbClr val="0D9488"/>
                </a:solidFill>
              </a:defRPr>
            </a:pPr>
            <a:r>
              <a:t>PROPOSED INNOVATION • DETAILED PLAN • TECH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CLOUDPULSE INNOVATION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Problem Statement: The $17B Cloud Idle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10972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56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4ED8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Severe Idle Dev Burn</a:t>
            </a:r>
          </a:p>
          <a:p>
            <a:pPr>
              <a:spcAft>
                <a:spcPts val="1200"/>
              </a:spcAft>
              <a:defRPr sz="1200" b="1">
                <a:solidFill>
                  <a:srgbClr val="0D9488"/>
                </a:solidFill>
              </a:defRPr>
            </a:pPr>
            <a:r>
              <a:t>40%+ Budget Wasted Off-Hours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Non-production VMs (AWS EC2, GCP Compute) and Kubernetes clusters run 24/7 unnecessarily.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Over 68% of total weekly hours are completely idle with zero developer activity.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13455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956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4ED8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Silent Ghost Assets</a:t>
            </a:r>
          </a:p>
          <a:p>
            <a:pPr>
              <a:spcAft>
                <a:spcPts val="1200"/>
              </a:spcAft>
              <a:defRPr sz="1200" b="1">
                <a:solidFill>
                  <a:srgbClr val="0D9488"/>
                </a:solidFill>
              </a:defRPr>
            </a:pPr>
            <a:r>
              <a:t>Orphaned Storage &amp; IP Drain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Unattached EBS/GCP disks, orphaned Elastic IPs, and idle NAT gateways silently accumulate monthly charges.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Cloud providers charge continuously regardless of attached instance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13455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956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4ED8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Flawed Advisory FinOps</a:t>
            </a:r>
          </a:p>
          <a:p>
            <a:pPr>
              <a:spcAft>
                <a:spcPts val="1200"/>
              </a:spcAft>
              <a:defRPr sz="1200" b="1">
                <a:solidFill>
                  <a:srgbClr val="0D9488"/>
                </a:solidFill>
              </a:defRPr>
            </a:pPr>
            <a:r>
              <a:t>Alert Fatigue &amp; Manual Friction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Legacy tools only output passive PDF/email recommendations without executing safe actions.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Manual cleanup causes developer friction and fear of accidentally breaking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CLOUDPULSE INNOVATION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Proposed Solution: The Novel CloudPulse Engine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1. Multi-Signal Telemetry Fusion  —  </a:t>
            </a:r>
            <a:r>
              <a:rPr sz="1300" b="0">
                <a:solidFill>
                  <a:srgbClr val="0F172A"/>
                </a:solidFill>
              </a:rPr>
              <a:t>Combines CPU (&lt;2%), Network (&lt;10KB/s), IOPS, and active DB/HTTP socket checks over rolling 30-min windows to prevent false positives.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2. Safe Tag-Aware Governance  —  </a:t>
            </a:r>
            <a:r>
              <a:rPr sz="1300" b="0">
                <a:solidFill>
                  <a:srgbClr val="0F172A"/>
                </a:solidFill>
              </a:rPr>
              <a:t>Dynamically exempts critical production workloads (&lt;code&gt;Environment: Production&lt;/code&gt;) while governing staging/dev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11296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3. Instant-Warm Hydration Protocol  —  </a:t>
            </a:r>
            <a:r>
              <a:rPr sz="1300" b="0">
                <a:solidFill>
                  <a:srgbClr val="0F172A"/>
                </a:solidFill>
              </a:rPr>
              <a:t>3-second developer re-activation via Next.js Web Portal or Slack Slash Command (&lt;code&gt;/cloudpulse wakeup staging&lt;/code&gt;) with zero state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4. Autonomous Ghost Resource Reaper  —  </a:t>
            </a:r>
            <a:r>
              <a:rPr sz="1300" b="0">
                <a:solidFill>
                  <a:srgbClr val="0F172A"/>
                </a:solidFill>
              </a:rPr>
              <a:t>Purges unattached EBS volumes, orphan EIPs, and idle load balancers with automated 30-day rollback snapshots.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t>5. Auditable FinOps &amp; Carbon Ledger  —  </a:t>
            </a:r>
            <a:r>
              <a:rPr sz="1300" b="0">
                <a:solidFill>
                  <a:srgbClr val="0F172A"/>
                </a:solidFill>
              </a:rPr>
              <a:t>Real-time interactive dashboard tracking dollar savings ($) and verified carbon footprint reduction (kg CO₂ emissions avoided).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CLOUDPULSE INNOVATION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Technology Stack &amp; Layering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42255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9728" cy="21945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D4ED8"/>
                </a:solidFill>
              </a:defRPr>
            </a:pPr>
            <a:r>
              <a:t>Frontend &amp; Web3 Portal</a:t>
            </a:r>
          </a:p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Core Tech: Next.js 14, React 18, TailwindCSS, Web3.js / Solana Py, Recharts Analytics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Executive web dashboard for telemetry, ghost resource sweeping, 1-click hydration, and Web3 carbon credit minting.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109728" cy="21945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D4ED8"/>
                </a:solidFill>
              </a:defRPr>
            </a:pPr>
            <a:r>
              <a:t>AI Telemetry &amp; Backend Engine</a:t>
            </a:r>
          </a:p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Core Tech: FastAPI (Python 3.11), Time-Series AI Engine (Scikit/Prophet), Async SQLAlchemy, PostgreSQL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High-concurrency REST engine handling predictive AI telemetry evaluation, scheduled job dispatch, and secure webhook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42255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9728" cy="21945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D4ED8"/>
                </a:solidFill>
              </a:defRPr>
            </a:pPr>
            <a:r>
              <a:t>Multi-Cloud &amp; VEGA Hardware</a:t>
            </a:r>
          </a:p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Core Tech: C-DAC VEGA RISC-V SoC Board, AWS Boto3 SDK, GCP Compute API, K8s SDK, Docker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Physical VEGA RISC-V Edge Hardware Gateway paired with native cloud drivers executing zero-downtime pause/scale commands.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242255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109728" cy="21945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D4ED8"/>
                </a:solidFill>
              </a:defRPr>
            </a:pPr>
            <a:r>
              <a:t>DevOps, ChatOps &amp; Web3 Ledger</a:t>
            </a:r>
          </a:p>
          <a:p>
            <a:pPr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Core Tech: Slack Webhooks API, On-Chain Carbon Ledger (Solana/Polygon), Docker Compose, OpenAPI Specs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Instant ChatOps re-activation (`/cloudpulse wakeup`), on-chain proof-of-green compute ledger, and containerized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CLOUDPULSE INNOVATION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Clear Implementation Plan &amp; Expected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Phase 1: Discovery &amp; Telemetry Sync (W1-W2)  —  </a:t>
            </a:r>
            <a:r>
              <a:rPr sz="1200">
                <a:solidFill>
                  <a:srgbClr val="0F172A"/>
                </a:solidFill>
              </a:rPr>
              <a:t>Deploy multi-cloud provider drivers, configure tag-aware asset inventory, and baseline idle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Phase 2: Sweeping &amp; ChatOps Hydration (W3-W4)  —  </a:t>
            </a:r>
            <a:r>
              <a:rPr sz="1200">
                <a:solidFill>
                  <a:srgbClr val="0F172A"/>
                </a:solidFill>
              </a:rPr>
              <a:t>Enable dry-run ghost resource reaper, integrate K8s auto-scaler to 0, and launch Slack Slash commands.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47872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Phase 3: Enforcement &amp; Carbon Ledger (W5-W6)  —  </a:t>
            </a:r>
            <a:r>
              <a:rPr sz="1200">
                <a:solidFill>
                  <a:srgbClr val="0F172A"/>
                </a:solidFill>
              </a:rPr>
              <a:t>Activate automated lifecycle policies, real-time cost reclamation analytics, and CO2 offset ledger.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10728655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9488"/>
                </a:solidFill>
              </a:defRPr>
            </a:pPr>
            <a:r>
              <a:t>PROJECTED STRATEGIC IMPACT &amp; ROI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• 55% - 65% Reduction in non-production cloud spend within 30 days of deployment.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• 100% Reclamation of ghost EBS/GCP volumes and orphan IPs with 0% developer workflow disruption.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